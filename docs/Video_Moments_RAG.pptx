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brajaiwork-wq/video-moments-rag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Moments RAG System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 +  BigQuery  +  Google ADK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Debraj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4630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Are Not Searchable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content, no way to find specific moments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scrubbing is slow and unreliable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is sparse — titles and tags aren't enough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846320" y="27432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structured "moments" from video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enables natural language queries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"find the funniest scene" and get instant results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371600" cy="18288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2148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64592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828800" y="1371600"/>
            <a:ext cx="1371600" cy="18288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544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74520" y="2148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87452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20040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3383280" y="1371600"/>
            <a:ext cx="1371600" cy="18288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5544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29000" y="2148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42900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75488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4937760" y="1371600"/>
            <a:ext cx="1371600" cy="18288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5544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983480" y="2148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98348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text-embedding-005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30936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6492240" y="1371600"/>
            <a:ext cx="1371600" cy="18288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5544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37960" y="2148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53796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VECTOR_SEARCH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786384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2"/>
          <p:cNvSpPr/>
          <p:nvPr/>
        </p:nvSpPr>
        <p:spPr>
          <a:xfrm>
            <a:off x="8046720" y="1371600"/>
            <a:ext cx="1371600" cy="18288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1554480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092440" y="2148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Agent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809244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Query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video segments are analyzed by Gemini, embedded as vectors, stored in BigQuery, and queried through an intelligent agent.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051560"/>
            <a:ext cx="640080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1463040"/>
            <a:ext cx="640080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463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1810512"/>
            <a:ext cx="6400800" cy="3474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18105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8105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(Vertex AI)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2157984"/>
            <a:ext cx="640080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1579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text-embedding-005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1579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(768-dim)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2505456"/>
            <a:ext cx="6400800" cy="3474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25054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VECTOR_SEARCH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5054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(cosine)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2852928"/>
            <a:ext cx="640080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28529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Storage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8529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71600" y="3200400"/>
            <a:ext cx="6400800" cy="3474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23" name="Text 21"/>
          <p:cNvSpPr/>
          <p:nvPr/>
        </p:nvSpPr>
        <p:spPr>
          <a:xfrm>
            <a:off x="1554480" y="3200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200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371600" y="3547872"/>
            <a:ext cx="640080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6" name="Text 24"/>
          <p:cNvSpPr/>
          <p:nvPr/>
        </p:nvSpPr>
        <p:spPr>
          <a:xfrm>
            <a:off x="1554480" y="35478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35478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Processing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71600" y="3895344"/>
            <a:ext cx="6400800" cy="3474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29" name="Text 27"/>
          <p:cNvSpPr/>
          <p:nvPr/>
        </p:nvSpPr>
        <p:spPr>
          <a:xfrm>
            <a:off x="1554480" y="38953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38953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371600" y="4242816"/>
            <a:ext cx="640080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2" name="Text 30"/>
          <p:cNvSpPr/>
          <p:nvPr/>
        </p:nvSpPr>
        <p:spPr>
          <a:xfrm>
            <a:off x="1554480" y="4242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54880" y="4242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371600" y="4590288"/>
            <a:ext cx="6400800" cy="34747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5" name="Text 33"/>
          <p:cNvSpPr/>
          <p:nvPr/>
        </p:nvSpPr>
        <p:spPr>
          <a:xfrm>
            <a:off x="1554480" y="4590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0" y="4590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Ingestion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097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91840" y="1097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uploaded to Google Cloud Storage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600200"/>
            <a:ext cx="0" cy="24688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89280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9280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65960" y="1847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291840" y="18470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splits into ≤10-min chunks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60120" y="2350008"/>
            <a:ext cx="0" cy="24688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2642616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3"/>
          <p:cNvSpPr/>
          <p:nvPr/>
        </p:nvSpPr>
        <p:spPr>
          <a:xfrm>
            <a:off x="73152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642616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65960" y="25968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291840" y="259689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extracts structured moments (title, entities, mood, timestamps)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60120" y="3099816"/>
            <a:ext cx="0" cy="24688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3392424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392424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65960" y="33467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3291840" y="33467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Moments converted to 768-dim vectors via text-embedding-005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60120" y="3849624"/>
            <a:ext cx="0" cy="24688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31520" y="414223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3"/>
          <p:cNvSpPr/>
          <p:nvPr/>
        </p:nvSpPr>
        <p:spPr>
          <a:xfrm>
            <a:off x="73152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142232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965960" y="40965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3291840" y="40965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BigQuery with vector embeddings for search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RAG Query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097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91840" y="1097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natural language question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600200"/>
            <a:ext cx="0" cy="246888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892808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9280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65960" y="1847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291840" y="18470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embedded with text-embedding-005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60120" y="2350008"/>
            <a:ext cx="0" cy="246888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2642616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3"/>
          <p:cNvSpPr/>
          <p:nvPr/>
        </p:nvSpPr>
        <p:spPr>
          <a:xfrm>
            <a:off x="73152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642616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65960" y="25968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291840" y="259689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VECTOR_SEARCH finds top-k moments (cosine distance)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60120" y="3099816"/>
            <a:ext cx="0" cy="246888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3392424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392424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65960" y="33467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3291840" y="33467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agent formats results with timestamps and clip URLs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60120" y="3849624"/>
            <a:ext cx="0" cy="246888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31520" y="414223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9" name="Text 23"/>
          <p:cNvSpPr/>
          <p:nvPr/>
        </p:nvSpPr>
        <p:spPr>
          <a:xfrm>
            <a:off x="73152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142232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965960" y="40965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3291840" y="40965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gets cited, grounded answers with playable clips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Big Bang Theory Clip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29-second clip  →  3 moments extracted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 is Impressed by the Whiteboard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 – 00:07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0" y="1371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7863840" cy="548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01168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0116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Sheldon Dismisses Leonard's 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2011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00:07 – 00:15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80960" y="2011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65176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651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 and Sheldon Argue About Physics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00:15 – 00:29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0" y="2651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comedic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474720"/>
            <a:ext cx="3749040" cy="1188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"find funny moments in big_bang_theory"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Returned all 3 moments with timestamps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474720"/>
            <a:ext cx="3749040" cy="1188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"who is with the board?"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"Leonard, Penny, and Sheldon"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Lint &amp; Test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2011680" cy="3200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Pull Request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lint + format check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(15 unit tests)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import verification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GCP — fast &amp; free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2651760" cy="3474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9728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— Build &amp; Stage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11880" y="1874520"/>
            <a:ext cx="2011680" cy="3200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build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Artifact Registry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smoke test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 + GCS + Embedding checks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097280"/>
            <a:ext cx="2651760" cy="3474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9728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— Production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6520" y="1874520"/>
            <a:ext cx="2011680" cy="3200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Trigger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deployment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BQ table setup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 smoke test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routing control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1430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over Vertex AI Vector Search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15087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no idle cost, pay-per-query. Trade-off: ~2s queries vs &lt;100ms.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786384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05740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402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103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via response_schema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554480" y="24688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JSON from Gemini, no post-processing or parsing needed.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01752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004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0632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Unit Tests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34290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logic, not APIs. Fast, free, runs anywhere including CI.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97764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605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0233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Timestamp Offsetting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54480" y="43891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Chunk-relative timestamps shifted back to absolute video time.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(LLMOps)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749040" cy="914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188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Design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3749040" cy="914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603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331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with Structured Output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3474720"/>
            <a:ext cx="3749040" cy="914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474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(BigQuery VECTOR_SEARCH)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754880" y="1188720"/>
            <a:ext cx="3749040" cy="914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41732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23560" y="1188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(Google ADK)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754880" y="2331720"/>
            <a:ext cx="3749040" cy="914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56032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623560" y="2331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for LLM Applications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754880" y="3474720"/>
            <a:ext cx="3749040" cy="914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703320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623560" y="3474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(Vertex AI, BigQuery, GCS, Cloud Run)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749040" cy="914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91440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Signals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YouTube/Reddit buzz for ranking boost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331720"/>
            <a:ext cx="3749040" cy="914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331720"/>
            <a:ext cx="54864" cy="91440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68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Alternative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7160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agent with swappable LLMs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474720"/>
            <a:ext cx="3749040" cy="914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474720"/>
            <a:ext cx="54864" cy="91440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118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520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token usage, and cost tracking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1188720"/>
            <a:ext cx="3749040" cy="914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1188720"/>
            <a:ext cx="54864" cy="91440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258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Versioning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8640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different prompt strategies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754880" y="2331720"/>
            <a:ext cx="3749040" cy="914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2331720"/>
            <a:ext cx="54864" cy="91440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4688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RAG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48640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+ social + reviews in one search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754880" y="3474720"/>
            <a:ext cx="3749040" cy="914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3474720"/>
            <a:ext cx="54864" cy="91440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61188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86400" y="3520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548640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scoring of LLM outputs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560320"/>
            <a:ext cx="457200" cy="457200"/>
          </a:xfrm>
          <a:prstGeom prst="rect">
            <a:avLst/>
          </a:prstGeom>
        </p:spPr>
      </p:pic>
      <p:sp>
        <p:nvSpPr>
          <p:cNvPr id="5" name="Text 2">
            <a:hlinkClick r:id="rId2" tooltip=""/>
          </p:cNvPr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github.com/debrajaiwork-wq/video-moments-rag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Debraj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Moments RAG System</dc:title>
  <dc:subject>PptxGenJS Presentation</dc:subject>
  <dc:creator>Debraj</dc:creator>
  <cp:lastModifiedBy>Debraj</cp:lastModifiedBy>
  <cp:revision>1</cp:revision>
  <dcterms:created xsi:type="dcterms:W3CDTF">2026-05-08T11:31:51Z</dcterms:created>
  <dcterms:modified xsi:type="dcterms:W3CDTF">2026-05-08T11:31:51Z</dcterms:modified>
</cp:coreProperties>
</file>